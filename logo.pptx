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4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8C48-7D70-6FAC-185B-9CBC719DF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CA80A-7783-86AB-451F-ED0A9B0EE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584E1-1865-5030-35D2-76D3D7A8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8FE1-3707-8AC9-E374-9653111C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E847E-B8C4-5106-574B-6325F080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2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A177-F328-8564-E7B0-1D0357F1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8F4E-364B-471A-FDD0-27E2131B5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26341-521B-9663-53E6-19AA5CA2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5E4EE-D772-C92E-CA83-8231E9F3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BC52-5EC9-BB05-C19A-CEC0F6A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3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A074-A550-66E0-9AA6-87D17316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DB9B5-7076-B382-3248-07FCE7C71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FFBD-9FAC-749A-E9F1-6633B860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3B38F-E94B-0442-0A72-3DD010DC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33FEB-5692-44CE-C67E-D23141FB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4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20C1-87DE-6433-34FC-8B43AA86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0FED-B8C4-A578-43CD-4145C7791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54753-BDCA-E558-BE43-D63E8B2FD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870E8-BE14-E33F-3570-8ADAC7F0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2F0EE-A913-CD2F-4A3F-FC896D4B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82496-F86C-7C77-910C-A61BA2F4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2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7D45-601A-0F7B-7070-4553F562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A90C-971D-9989-11D1-043D872CF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AF2FB-9DD0-D3F4-8356-49CA21CA8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A01FB-7638-6394-1219-8806D9B33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F494A-11FF-F275-13D9-96B7BF7CF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FBB24-0491-F10C-755D-A7D9DFCD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1D7EE-3CC9-EA20-D8AF-79BF7CCA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8FF05-2259-48D2-891D-D39A02C9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03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3C63-E2C6-D9C5-3E0E-CF3FF3E6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F71EE-59D3-CF19-3A6B-C6ABE40B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85CE0-17A4-FBF1-BB85-BF9DFBEA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64DA6-93BA-0481-9638-5B9BA763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9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54CA2-9C74-79BD-8CB0-9643E6A4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1286F-9836-BD28-A424-17E83F9F5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A0CC7-4C79-8199-30B2-56BFF1B5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0E21-9E68-0D57-65A3-D6E99D25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86FA-52DA-68B5-1425-9CE6B3DAC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82901-B199-BBCF-879A-DA55E8341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A17D6-CB3C-9FAF-02E5-30277B3F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BA2AF-9BF5-239A-3518-48109194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C5C8E-C26D-E28F-7ADA-BD7F6492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0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2A55-8A80-4FC8-C446-3BF68ED9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4EF8A-9C06-EE54-53F4-7FC3FA3285D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12C4C-03D4-1ADA-087B-DEA5BCE3C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E22ED-43EF-4E45-0BCA-06ABE9F3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676F6-5453-B756-AB00-9844DF47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E6491-91D6-B22B-394E-AD22B31E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4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5A68D-9C8E-29F5-6F79-515B63C0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AA932-C8B6-743E-3B3C-FB2B5B5F1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574F-2E99-DAC9-B170-42541AE4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AEFC-8D9C-A614-8DB5-38A9CA2D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C1AE9-2961-5AD8-533D-FA71141F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2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1EF6B-12CC-25FB-2F30-2013CA813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20E76-E660-9663-5550-D4AC760BF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A79B-BD2B-0329-F9A9-D51C3E77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70A10-6859-787D-4894-C42F2E0E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5DDB0-A579-ADC2-F9CF-A924D448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9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61310-74E0-1628-55D5-7077F613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532DD-A1A8-4AFB-B82C-87B494929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3D137-30B1-D6EE-51BE-A56BC3FA0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8BEE4-A16A-426D-BAB9-067C0A4AE8D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EC38C-44AD-FE8D-4B1F-C24E13E28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17777-B51D-4CD5-5922-F49E3B1B6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6711C-C70C-48E0-89F6-68E0F69BD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B531-0379-7F31-9266-D0F90DBD7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6566" y="1833407"/>
            <a:ext cx="6018867" cy="1668463"/>
          </a:xfrm>
        </p:spPr>
        <p:txBody>
          <a:bodyPr/>
          <a:lstStyle/>
          <a:p>
            <a:pPr algn="l"/>
            <a:r>
              <a:rPr lang="en-US" spc="-200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ADLaM Display" panose="020F0502020204030204" pitchFamily="2" charset="0"/>
                <a:cs typeface="Browallia New" panose="020B0502040204020203" pitchFamily="34" charset="-34"/>
              </a:rPr>
              <a:t>INNOVELLA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B3D463B-977C-CCA9-7467-7B8FF69B5F77}"/>
              </a:ext>
            </a:extLst>
          </p:cNvPr>
          <p:cNvSpPr/>
          <p:nvPr/>
        </p:nvSpPr>
        <p:spPr>
          <a:xfrm>
            <a:off x="6847219" y="1892272"/>
            <a:ext cx="873760" cy="575733"/>
          </a:xfrm>
          <a:prstGeom prst="diamond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994339-EA23-32B0-03EE-78D2D1057761}"/>
              </a:ext>
            </a:extLst>
          </p:cNvPr>
          <p:cNvSpPr/>
          <p:nvPr/>
        </p:nvSpPr>
        <p:spPr>
          <a:xfrm>
            <a:off x="6847219" y="2709834"/>
            <a:ext cx="1188720" cy="5757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B47AD-FF4B-08C0-C208-173CBEE7200A}"/>
              </a:ext>
            </a:extLst>
          </p:cNvPr>
          <p:cNvSpPr/>
          <p:nvPr/>
        </p:nvSpPr>
        <p:spPr>
          <a:xfrm>
            <a:off x="8264539" y="2883923"/>
            <a:ext cx="840895" cy="4016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FA9385-D49C-97E0-893C-EDA26C4CBE9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284099" y="2468005"/>
            <a:ext cx="4266" cy="24182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6AB0FE-8098-8BAE-2DA0-34582D5221F1}"/>
              </a:ext>
            </a:extLst>
          </p:cNvPr>
          <p:cNvCxnSpPr>
            <a:cxnSpLocks/>
          </p:cNvCxnSpPr>
          <p:nvPr/>
        </p:nvCxnSpPr>
        <p:spPr>
          <a:xfrm>
            <a:off x="8035939" y="3084745"/>
            <a:ext cx="2286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9A6405-2628-0E57-4B23-BBA55CCA743A}"/>
              </a:ext>
            </a:extLst>
          </p:cNvPr>
          <p:cNvCxnSpPr>
            <a:cxnSpLocks/>
          </p:cNvCxnSpPr>
          <p:nvPr/>
        </p:nvCxnSpPr>
        <p:spPr>
          <a:xfrm>
            <a:off x="3188504" y="3420908"/>
            <a:ext cx="59169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7C18BF-2DEA-6385-6B36-D103912BF394}"/>
              </a:ext>
            </a:extLst>
          </p:cNvPr>
          <p:cNvSpPr txBox="1"/>
          <p:nvPr/>
        </p:nvSpPr>
        <p:spPr>
          <a:xfrm>
            <a:off x="3086565" y="3437062"/>
            <a:ext cx="6018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ADLaM Display" panose="020F0502020204030204" pitchFamily="2" charset="0"/>
                <a:cs typeface="Browallia New" panose="020B0502040204020203" pitchFamily="34" charset="-34"/>
              </a:rPr>
              <a:t>Innovation Through Excellence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0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Franklin Gothic Demi</vt:lpstr>
      <vt:lpstr>Office Theme</vt:lpstr>
      <vt:lpstr>INNOVELLA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Solomon Shacter</dc:creator>
  <cp:lastModifiedBy>Solomon Shacter</cp:lastModifiedBy>
  <cp:revision>11</cp:revision>
  <dcterms:created xsi:type="dcterms:W3CDTF">2026-10-03T00:31:38Z</dcterms:created>
  <dcterms:modified xsi:type="dcterms:W3CDTF">2026-10-03T18:59:46Z</dcterms:modified>
</cp:coreProperties>
</file>